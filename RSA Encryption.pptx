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4" r:id="rId5"/>
    <p:sldId id="260" r:id="rId6"/>
    <p:sldId id="261" r:id="rId7"/>
    <p:sldId id="263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76E164-CF1A-43ED-963A-9D3240C8CB50}" v="42" dt="2026-10-12T03:25:08.3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Morales Hermosilla" userId="4fe8aecaa20af1cd" providerId="LiveId" clId="{F63434D8-650E-4C85-8EA9-987A8AEBDF85}"/>
    <pc:docChg chg="undo redo custSel addSld delSld modSld sldOrd">
      <pc:chgData name="Ignacio Morales Hermosilla" userId="4fe8aecaa20af1cd" providerId="LiveId" clId="{F63434D8-650E-4C85-8EA9-987A8AEBDF85}" dt="2026-10-12T03:26:29.561" v="4334" actId="5793"/>
      <pc:docMkLst>
        <pc:docMk/>
      </pc:docMkLst>
      <pc:sldChg chg="addSp delSp modSp mod">
        <pc:chgData name="Ignacio Morales Hermosilla" userId="4fe8aecaa20af1cd" providerId="LiveId" clId="{F63434D8-650E-4C85-8EA9-987A8AEBDF85}" dt="2026-10-09T13:13:35.406" v="111"/>
        <pc:sldMkLst>
          <pc:docMk/>
          <pc:sldMk cId="502853056" sldId="256"/>
        </pc:sldMkLst>
        <pc:spChg chg="mod">
          <ac:chgData name="Ignacio Morales Hermosilla" userId="4fe8aecaa20af1cd" providerId="LiveId" clId="{F63434D8-650E-4C85-8EA9-987A8AEBDF85}" dt="2026-10-09T13:13:34.820" v="109" actId="1076"/>
          <ac:spMkLst>
            <pc:docMk/>
            <pc:sldMk cId="502853056" sldId="256"/>
            <ac:spMk id="3" creationId="{27C6A625-8907-DD93-E5F7-E41E9D22D9AB}"/>
          </ac:spMkLst>
        </pc:spChg>
      </pc:sldChg>
      <pc:sldChg chg="addSp delSp modSp mod">
        <pc:chgData name="Ignacio Morales Hermosilla" userId="4fe8aecaa20af1cd" providerId="LiveId" clId="{F63434D8-650E-4C85-8EA9-987A8AEBDF85}" dt="2026-10-12T02:49:36.129" v="2087" actId="1036"/>
        <pc:sldMkLst>
          <pc:docMk/>
          <pc:sldMk cId="2076229350" sldId="257"/>
        </pc:sldMkLst>
        <pc:spChg chg="mod">
          <ac:chgData name="Ignacio Morales Hermosilla" userId="4fe8aecaa20af1cd" providerId="LiveId" clId="{F63434D8-650E-4C85-8EA9-987A8AEBDF85}" dt="2026-10-12T02:49:36.129" v="2087" actId="1036"/>
          <ac:spMkLst>
            <pc:docMk/>
            <pc:sldMk cId="2076229350" sldId="257"/>
            <ac:spMk id="2" creationId="{039285BE-F3B9-1298-31B6-CEF6C45CC593}"/>
          </ac:spMkLst>
        </pc:spChg>
        <pc:spChg chg="del">
          <ac:chgData name="Ignacio Morales Hermosilla" userId="4fe8aecaa20af1cd" providerId="LiveId" clId="{F63434D8-650E-4C85-8EA9-987A8AEBDF85}" dt="2026-10-12T01:46:17.818" v="339" actId="478"/>
          <ac:spMkLst>
            <pc:docMk/>
            <pc:sldMk cId="2076229350" sldId="257"/>
            <ac:spMk id="3" creationId="{1D49FD8C-394A-6D80-36C9-2C5CEFD7FCF1}"/>
          </ac:spMkLst>
        </pc:spChg>
        <pc:spChg chg="add mod">
          <ac:chgData name="Ignacio Morales Hermosilla" userId="4fe8aecaa20af1cd" providerId="LiveId" clId="{F63434D8-650E-4C85-8EA9-987A8AEBDF85}" dt="2026-10-12T02:05:56.800" v="1222" actId="1076"/>
          <ac:spMkLst>
            <pc:docMk/>
            <pc:sldMk cId="2076229350" sldId="257"/>
            <ac:spMk id="4" creationId="{674EA78E-750E-7D3A-F17F-A75EA818A061}"/>
          </ac:spMkLst>
        </pc:spChg>
        <pc:spChg chg="add del mod">
          <ac:chgData name="Ignacio Morales Hermosilla" userId="4fe8aecaa20af1cd" providerId="LiveId" clId="{F63434D8-650E-4C85-8EA9-987A8AEBDF85}" dt="2026-10-12T01:52:44.493" v="562"/>
          <ac:spMkLst>
            <pc:docMk/>
            <pc:sldMk cId="2076229350" sldId="257"/>
            <ac:spMk id="6" creationId="{39F8B423-2C60-8C00-D7F0-F821C96AF9F7}"/>
          </ac:spMkLst>
        </pc:spChg>
        <pc:spChg chg="add del mod">
          <ac:chgData name="Ignacio Morales Hermosilla" userId="4fe8aecaa20af1cd" providerId="LiveId" clId="{F63434D8-650E-4C85-8EA9-987A8AEBDF85}" dt="2026-10-12T01:52:48.759" v="565"/>
          <ac:spMkLst>
            <pc:docMk/>
            <pc:sldMk cId="2076229350" sldId="257"/>
            <ac:spMk id="7" creationId="{1F3F3F0A-7BE3-8B76-ABC6-2A49B9967A1F}"/>
          </ac:spMkLst>
        </pc:spChg>
        <pc:spChg chg="add del mod">
          <ac:chgData name="Ignacio Morales Hermosilla" userId="4fe8aecaa20af1cd" providerId="LiveId" clId="{F63434D8-650E-4C85-8EA9-987A8AEBDF85}" dt="2026-10-12T01:53:14.411" v="599"/>
          <ac:spMkLst>
            <pc:docMk/>
            <pc:sldMk cId="2076229350" sldId="257"/>
            <ac:spMk id="8" creationId="{4D0F560E-AB46-A406-B3DC-CC08461DADBE}"/>
          </ac:spMkLst>
        </pc:spChg>
        <pc:spChg chg="add mod">
          <ac:chgData name="Ignacio Morales Hermosilla" userId="4fe8aecaa20af1cd" providerId="LiveId" clId="{F63434D8-650E-4C85-8EA9-987A8AEBDF85}" dt="2026-10-12T02:04:33.513" v="1221" actId="1076"/>
          <ac:spMkLst>
            <pc:docMk/>
            <pc:sldMk cId="2076229350" sldId="257"/>
            <ac:spMk id="9" creationId="{51AFC411-1AA9-2A5B-3645-00A89F1FFC8B}"/>
          </ac:spMkLst>
        </pc:spChg>
      </pc:sldChg>
      <pc:sldChg chg="del">
        <pc:chgData name="Ignacio Morales Hermosilla" userId="4fe8aecaa20af1cd" providerId="LiveId" clId="{F63434D8-650E-4C85-8EA9-987A8AEBDF85}" dt="2026-10-12T02:06:15.190" v="1223" actId="47"/>
        <pc:sldMkLst>
          <pc:docMk/>
          <pc:sldMk cId="3644654718" sldId="258"/>
        </pc:sldMkLst>
      </pc:sldChg>
      <pc:sldChg chg="addSp delSp modSp mod">
        <pc:chgData name="Ignacio Morales Hermosilla" userId="4fe8aecaa20af1cd" providerId="LiveId" clId="{F63434D8-650E-4C85-8EA9-987A8AEBDF85}" dt="2026-10-12T02:49:24.061" v="2081" actId="1036"/>
        <pc:sldMkLst>
          <pc:docMk/>
          <pc:sldMk cId="4148589276" sldId="259"/>
        </pc:sldMkLst>
        <pc:spChg chg="mod">
          <ac:chgData name="Ignacio Morales Hermosilla" userId="4fe8aecaa20af1cd" providerId="LiveId" clId="{F63434D8-650E-4C85-8EA9-987A8AEBDF85}" dt="2026-10-12T02:49:24.061" v="2081" actId="1036"/>
          <ac:spMkLst>
            <pc:docMk/>
            <pc:sldMk cId="4148589276" sldId="259"/>
            <ac:spMk id="2" creationId="{6022DC9B-E8AE-B5EA-C8C2-AF4F08CC849B}"/>
          </ac:spMkLst>
        </pc:spChg>
        <pc:spChg chg="add mod">
          <ac:chgData name="Ignacio Morales Hermosilla" userId="4fe8aecaa20af1cd" providerId="LiveId" clId="{F63434D8-650E-4C85-8EA9-987A8AEBDF85}" dt="2026-10-12T02:40:24.921" v="1592" actId="1076"/>
          <ac:spMkLst>
            <pc:docMk/>
            <pc:sldMk cId="4148589276" sldId="259"/>
            <ac:spMk id="3" creationId="{3C0E34B8-BBA9-330D-E5B3-58E4AAF89720}"/>
          </ac:spMkLst>
        </pc:spChg>
        <pc:spChg chg="add del mod">
          <ac:chgData name="Ignacio Morales Hermosilla" userId="4fe8aecaa20af1cd" providerId="LiveId" clId="{F63434D8-650E-4C85-8EA9-987A8AEBDF85}" dt="2026-10-12T02:06:36.230" v="1253"/>
          <ac:spMkLst>
            <pc:docMk/>
            <pc:sldMk cId="4148589276" sldId="259"/>
            <ac:spMk id="4" creationId="{8D498C4F-4F22-46C0-9F57-DA11849ABA17}"/>
          </ac:spMkLst>
        </pc:spChg>
        <pc:spChg chg="add mod">
          <ac:chgData name="Ignacio Morales Hermosilla" userId="4fe8aecaa20af1cd" providerId="LiveId" clId="{F63434D8-650E-4C85-8EA9-987A8AEBDF85}" dt="2026-10-12T02:40:24.921" v="1592" actId="1076"/>
          <ac:spMkLst>
            <pc:docMk/>
            <pc:sldMk cId="4148589276" sldId="259"/>
            <ac:spMk id="5" creationId="{826C328A-3790-3AE6-7916-2296B0BEC570}"/>
          </ac:spMkLst>
        </pc:spChg>
        <pc:spChg chg="mod">
          <ac:chgData name="Ignacio Morales Hermosilla" userId="4fe8aecaa20af1cd" providerId="LiveId" clId="{F63434D8-650E-4C85-8EA9-987A8AEBDF85}" dt="2026-10-12T02:40:24.921" v="1592" actId="1076"/>
          <ac:spMkLst>
            <pc:docMk/>
            <pc:sldMk cId="4148589276" sldId="259"/>
            <ac:spMk id="6" creationId="{AC930D47-F948-36FB-F4DF-1DA296349CCA}"/>
          </ac:spMkLst>
        </pc:spChg>
        <pc:spChg chg="add del">
          <ac:chgData name="Ignacio Morales Hermosilla" userId="4fe8aecaa20af1cd" providerId="LiveId" clId="{F63434D8-650E-4C85-8EA9-987A8AEBDF85}" dt="2026-10-12T02:36:51.475" v="1356" actId="22"/>
          <ac:spMkLst>
            <pc:docMk/>
            <pc:sldMk cId="4148589276" sldId="259"/>
            <ac:spMk id="8" creationId="{6489CA1C-2D55-9603-3E97-7F8A7273946A}"/>
          </ac:spMkLst>
        </pc:spChg>
        <pc:spChg chg="add mod">
          <ac:chgData name="Ignacio Morales Hermosilla" userId="4fe8aecaa20af1cd" providerId="LiveId" clId="{F63434D8-650E-4C85-8EA9-987A8AEBDF85}" dt="2026-10-12T02:40:24.921" v="1592" actId="1076"/>
          <ac:spMkLst>
            <pc:docMk/>
            <pc:sldMk cId="4148589276" sldId="259"/>
            <ac:spMk id="10" creationId="{C0B6D46D-1D43-1A12-BBB9-C8F74821BA66}"/>
          </ac:spMkLst>
        </pc:spChg>
        <pc:spChg chg="add mod">
          <ac:chgData name="Ignacio Morales Hermosilla" userId="4fe8aecaa20af1cd" providerId="LiveId" clId="{F63434D8-650E-4C85-8EA9-987A8AEBDF85}" dt="2026-10-12T02:47:43.203" v="2064" actId="122"/>
          <ac:spMkLst>
            <pc:docMk/>
            <pc:sldMk cId="4148589276" sldId="259"/>
            <ac:spMk id="12" creationId="{1210CDEB-2192-EFA0-8858-E08031182908}"/>
          </ac:spMkLst>
        </pc:spChg>
      </pc:sldChg>
      <pc:sldChg chg="addSp delSp modSp mod">
        <pc:chgData name="Ignacio Morales Hermosilla" userId="4fe8aecaa20af1cd" providerId="LiveId" clId="{F63434D8-650E-4C85-8EA9-987A8AEBDF85}" dt="2026-10-12T03:26:29.561" v="4334" actId="5793"/>
        <pc:sldMkLst>
          <pc:docMk/>
          <pc:sldMk cId="2763179315" sldId="260"/>
        </pc:sldMkLst>
        <pc:spChg chg="mod">
          <ac:chgData name="Ignacio Morales Hermosilla" userId="4fe8aecaa20af1cd" providerId="LiveId" clId="{F63434D8-650E-4C85-8EA9-987A8AEBDF85}" dt="2026-10-09T13:18:52.777" v="178" actId="20577"/>
          <ac:spMkLst>
            <pc:docMk/>
            <pc:sldMk cId="2763179315" sldId="260"/>
            <ac:spMk id="2" creationId="{15B3C6BF-7965-5B93-D920-AF2129766061}"/>
          </ac:spMkLst>
        </pc:spChg>
        <pc:spChg chg="mod">
          <ac:chgData name="Ignacio Morales Hermosilla" userId="4fe8aecaa20af1cd" providerId="LiveId" clId="{F63434D8-650E-4C85-8EA9-987A8AEBDF85}" dt="2026-10-12T03:26:29.561" v="4334" actId="5793"/>
          <ac:spMkLst>
            <pc:docMk/>
            <pc:sldMk cId="2763179315" sldId="260"/>
            <ac:spMk id="3" creationId="{4AAE5918-2190-7AD5-A97F-59D923C7E5BF}"/>
          </ac:spMkLst>
        </pc:spChg>
      </pc:sldChg>
      <pc:sldChg chg="addSp delSp modSp mod">
        <pc:chgData name="Ignacio Morales Hermosilla" userId="4fe8aecaa20af1cd" providerId="LiveId" clId="{F63434D8-650E-4C85-8EA9-987A8AEBDF85}" dt="2026-10-12T03:13:18.722" v="3192" actId="20577"/>
        <pc:sldMkLst>
          <pc:docMk/>
          <pc:sldMk cId="1646166411" sldId="261"/>
        </pc:sldMkLst>
        <pc:spChg chg="mod">
          <ac:chgData name="Ignacio Morales Hermosilla" userId="4fe8aecaa20af1cd" providerId="LiveId" clId="{F63434D8-650E-4C85-8EA9-987A8AEBDF85}" dt="2026-10-12T03:06:53.211" v="2556" actId="20577"/>
          <ac:spMkLst>
            <pc:docMk/>
            <pc:sldMk cId="1646166411" sldId="261"/>
            <ac:spMk id="2" creationId="{351B904C-697F-FF13-FE3D-5A4EFC7CE908}"/>
          </ac:spMkLst>
        </pc:spChg>
        <pc:spChg chg="mod">
          <ac:chgData name="Ignacio Morales Hermosilla" userId="4fe8aecaa20af1cd" providerId="LiveId" clId="{F63434D8-650E-4C85-8EA9-987A8AEBDF85}" dt="2026-10-12T03:13:18.722" v="3192" actId="20577"/>
          <ac:spMkLst>
            <pc:docMk/>
            <pc:sldMk cId="1646166411" sldId="261"/>
            <ac:spMk id="3" creationId="{3A4601D6-96D9-E026-9EDA-558E0D263A1F}"/>
          </ac:spMkLst>
        </pc:spChg>
        <pc:spChg chg="add del mod">
          <ac:chgData name="Ignacio Morales Hermosilla" userId="4fe8aecaa20af1cd" providerId="LiveId" clId="{F63434D8-650E-4C85-8EA9-987A8AEBDF85}" dt="2026-10-12T03:10:35.684" v="2932"/>
          <ac:spMkLst>
            <pc:docMk/>
            <pc:sldMk cId="1646166411" sldId="261"/>
            <ac:spMk id="4" creationId="{7D13CBAE-D29A-475F-8453-5B85BA752590}"/>
          </ac:spMkLst>
        </pc:spChg>
      </pc:sldChg>
      <pc:sldChg chg="addSp delSp modSp mod">
        <pc:chgData name="Ignacio Morales Hermosilla" userId="4fe8aecaa20af1cd" providerId="LiveId" clId="{F63434D8-650E-4C85-8EA9-987A8AEBDF85}" dt="2026-10-12T01:41:07.101" v="337" actId="20577"/>
        <pc:sldMkLst>
          <pc:docMk/>
          <pc:sldMk cId="1549728307" sldId="262"/>
        </pc:sldMkLst>
        <pc:spChg chg="del mod">
          <ac:chgData name="Ignacio Morales Hermosilla" userId="4fe8aecaa20af1cd" providerId="LiveId" clId="{F63434D8-650E-4C85-8EA9-987A8AEBDF85}" dt="2026-10-11T17:43:50.041" v="292" actId="478"/>
          <ac:spMkLst>
            <pc:docMk/>
            <pc:sldMk cId="1549728307" sldId="262"/>
            <ac:spMk id="3" creationId="{9A066F14-0346-D063-8698-99220169F561}"/>
          </ac:spMkLst>
        </pc:spChg>
        <pc:spChg chg="add del mod">
          <ac:chgData name="Ignacio Morales Hermosilla" userId="4fe8aecaa20af1cd" providerId="LiveId" clId="{F63434D8-650E-4C85-8EA9-987A8AEBDF85}" dt="2026-10-11T17:43:55.178" v="293" actId="478"/>
          <ac:spMkLst>
            <pc:docMk/>
            <pc:sldMk cId="1549728307" sldId="262"/>
            <ac:spMk id="5" creationId="{6F3D8186-ADD1-D37B-B562-070CEEC96FB2}"/>
          </ac:spMkLst>
        </pc:spChg>
        <pc:spChg chg="add mod">
          <ac:chgData name="Ignacio Morales Hermosilla" userId="4fe8aecaa20af1cd" providerId="LiveId" clId="{F63434D8-650E-4C85-8EA9-987A8AEBDF85}" dt="2026-10-12T01:41:07.101" v="337" actId="20577"/>
          <ac:spMkLst>
            <pc:docMk/>
            <pc:sldMk cId="1549728307" sldId="262"/>
            <ac:spMk id="7" creationId="{750ACEEC-088E-17D8-51EE-35DB1B1CAF81}"/>
          </ac:spMkLst>
        </pc:spChg>
      </pc:sldChg>
      <pc:sldChg chg="modSp new mod ord">
        <pc:chgData name="Ignacio Morales Hermosilla" userId="4fe8aecaa20af1cd" providerId="LiveId" clId="{F63434D8-650E-4C85-8EA9-987A8AEBDF85}" dt="2026-10-12T03:25:16.919" v="4328" actId="27636"/>
        <pc:sldMkLst>
          <pc:docMk/>
          <pc:sldMk cId="391606738" sldId="263"/>
        </pc:sldMkLst>
        <pc:spChg chg="mod">
          <ac:chgData name="Ignacio Morales Hermosilla" userId="4fe8aecaa20af1cd" providerId="LiveId" clId="{F63434D8-650E-4C85-8EA9-987A8AEBDF85}" dt="2026-10-12T03:14:28.492" v="3229" actId="122"/>
          <ac:spMkLst>
            <pc:docMk/>
            <pc:sldMk cId="391606738" sldId="263"/>
            <ac:spMk id="2" creationId="{FDE80BCF-F69F-DEB8-3560-30EEB050EC26}"/>
          </ac:spMkLst>
        </pc:spChg>
        <pc:spChg chg="mod">
          <ac:chgData name="Ignacio Morales Hermosilla" userId="4fe8aecaa20af1cd" providerId="LiveId" clId="{F63434D8-650E-4C85-8EA9-987A8AEBDF85}" dt="2026-10-12T03:25:16.919" v="4328" actId="27636"/>
          <ac:spMkLst>
            <pc:docMk/>
            <pc:sldMk cId="391606738" sldId="263"/>
            <ac:spMk id="3" creationId="{3BBE504A-456C-93C6-4778-77291154A1B8}"/>
          </ac:spMkLst>
        </pc:spChg>
      </pc:sldChg>
      <pc:sldChg chg="add del">
        <pc:chgData name="Ignacio Morales Hermosilla" userId="4fe8aecaa20af1cd" providerId="LiveId" clId="{F63434D8-650E-4C85-8EA9-987A8AEBDF85}" dt="2026-10-12T03:13:55.527" v="3198" actId="47"/>
        <pc:sldMkLst>
          <pc:docMk/>
          <pc:sldMk cId="698148381" sldId="263"/>
        </pc:sldMkLst>
      </pc:sldChg>
      <pc:sldChg chg="add del">
        <pc:chgData name="Ignacio Morales Hermosilla" userId="4fe8aecaa20af1cd" providerId="LiveId" clId="{F63434D8-650E-4C85-8EA9-987A8AEBDF85}" dt="2026-10-12T03:13:50.927" v="3194"/>
        <pc:sldMkLst>
          <pc:docMk/>
          <pc:sldMk cId="2242490672" sldId="263"/>
        </pc:sldMkLst>
      </pc:sldChg>
      <pc:sldChg chg="add del">
        <pc:chgData name="Ignacio Morales Hermosilla" userId="4fe8aecaa20af1cd" providerId="LiveId" clId="{F63434D8-650E-4C85-8EA9-987A8AEBDF85}" dt="2026-10-12T03:13:53.899" v="3196"/>
        <pc:sldMkLst>
          <pc:docMk/>
          <pc:sldMk cId="2245886038" sldId="263"/>
        </pc:sldMkLst>
      </pc:sldChg>
      <pc:sldChg chg="modSp new mod">
        <pc:chgData name="Ignacio Morales Hermosilla" userId="4fe8aecaa20af1cd" providerId="LiveId" clId="{F63434D8-650E-4C85-8EA9-987A8AEBDF85}" dt="2026-10-12T03:26:21.555" v="4332" actId="20577"/>
        <pc:sldMkLst>
          <pc:docMk/>
          <pc:sldMk cId="1782964247" sldId="264"/>
        </pc:sldMkLst>
        <pc:spChg chg="mod">
          <ac:chgData name="Ignacio Morales Hermosilla" userId="4fe8aecaa20af1cd" providerId="LiveId" clId="{F63434D8-650E-4C85-8EA9-987A8AEBDF85}" dt="2026-10-12T03:18:06.867" v="3623" actId="14100"/>
          <ac:spMkLst>
            <pc:docMk/>
            <pc:sldMk cId="1782964247" sldId="264"/>
            <ac:spMk id="2" creationId="{630447EA-E251-E285-B2E1-EC9B1CA6DDDB}"/>
          </ac:spMkLst>
        </pc:spChg>
        <pc:spChg chg="mod">
          <ac:chgData name="Ignacio Morales Hermosilla" userId="4fe8aecaa20af1cd" providerId="LiveId" clId="{F63434D8-650E-4C85-8EA9-987A8AEBDF85}" dt="2026-10-12T03:26:21.555" v="4332" actId="20577"/>
          <ac:spMkLst>
            <pc:docMk/>
            <pc:sldMk cId="1782964247" sldId="264"/>
            <ac:spMk id="3" creationId="{8B19B3DE-3645-72DC-47F2-D10FB4A4B52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E997F-C1D2-F6B9-E96C-8F6B3498A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70B337-A75A-2A3E-4F48-4E50F68F0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F5680-D2BC-D746-4AC7-25A96DC47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BAFBC-9812-5C5D-F8EB-37E7AB35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DD628-5E89-8967-6E0C-59429C48C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9953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6D39D-E785-F208-B82A-C7EF1034C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AA6A0-B913-35A3-88DA-EAAC0FED0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40F1C-388A-2922-7FC7-29D8EC964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B159B-0424-866B-3BA1-2FED82E70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CE4F7-1438-4086-B4B3-49AFC7E2F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696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9A88C-C19F-682C-A4D4-29422D21A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87B2C-EB0D-D886-4BB7-C24F632CB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3F22B-0930-F46C-BAD7-487D75E10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220E72-74FB-8571-2EB6-95C03B472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628CD-6DD6-1D27-EFE9-CFB29B41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8315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24130-994E-F77B-D159-5DD0DF18A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A71D6-C956-6445-8D1F-41ACC5FCD0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3D5247-A682-195D-5200-983FD7E22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38BE65-EB5B-3FCB-3619-D6C6D618D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782943-ABA9-9CD8-3FFA-8DEAA441B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C6BC26-816C-0BCC-AE80-7B7AE4C8F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6140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DF521-AE7C-695C-670F-D314C6DE9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9269A-4E7A-7CD1-5DCD-0C622E570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D732FC-5D43-29A4-BB7D-5359BEEFA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8EEE79-CC6D-3F43-3AAD-F2D2F44CAB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92BE36-B0B3-66FB-C586-26939F041C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1A618D-BDB5-BDBF-314D-B8CA069DB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2DC767-9611-8C2D-7AFE-AC7D3BB04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22731D-A9F9-113D-404D-5B32BE650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844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4C06C-DBB6-9B58-51E8-3BBFE7A33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D718B3-6C37-67B3-AD9C-B9D077234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8658B5-9DBF-AE79-CB57-A55FA996A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A0D376-2C06-0087-FE27-935CB9487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57698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FC9F8B-D0E4-A078-586E-87D71D803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A4F64A-B4D8-4793-D626-6FF61C207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7E5AD-AE51-BFEA-0C9F-AC42110B1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146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9C6FA-BFB1-4558-D232-D7189AC9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CCC2-A4B1-481B-1D4E-492867AC8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D6BC2-A8B9-D9C4-91B6-D1475684FD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441F94-6136-06A9-9A1A-603143181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6497C-45FC-3957-182E-D64AC80F8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D8F502-4AE2-4C32-E8C9-7B64404D0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31359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F68D-57E1-E92D-EA8F-2EF6B150B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8C0A5C-E576-B362-5A36-68223CF931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70066B-AB13-988A-D4E4-876A70A4E5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56640C-EFE9-3D89-37C9-EB0834313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F27DAB-9F38-1B6E-2824-1FF2E5506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2F8CB-3D1A-3252-B1F9-0985696D8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16048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FBE36-55E3-AD47-4D9B-25B5A32A3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55CE43-4328-BEA6-89CF-8829B12340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BFFE0-0D4D-127C-C5DA-306A1AE96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2B33B-8F95-01D4-5139-21462BACD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2632B-6DB2-09BE-8CF8-2816751A1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28048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D134AC-B738-17AF-5441-79E53DBB4E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0D03-E02F-DB7C-042D-6355BA2E5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2C6BBF-59B5-7A97-83E3-7D812B3BE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DE434-63AD-CB86-C872-D22BAAC35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85E91-5226-4027-9FE0-64A976E52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7598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BE1E31-90F6-5F7E-F20C-FC996D496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4DD2B2-D942-761D-BFE9-16667A953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636AB-8984-9B6B-9395-6170A0F69A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596E2-D69E-4C2E-AF8F-571D17148700}" type="datetimeFigureOut">
              <a:rPr lang="en-CA" smtClean="0"/>
              <a:t>2026-10-11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8F66B-5858-9856-C3C0-CADC9DDD32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392750-3AE6-48B7-4F4C-915BB65F3B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C650C9-4999-4395-8439-07AE0E56DFB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4828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computer-networks/rsa-algorithm-cryptography/" TargetMode="External"/><Relationship Id="rId7" Type="http://schemas.openxmlformats.org/officeDocument/2006/relationships/hyperlink" Target="https://www.digitalocean.com/community/tutorials/understanding-the-ssh-encryption-and-connection-process" TargetMode="External"/><Relationship Id="rId2" Type="http://schemas.openxmlformats.org/officeDocument/2006/relationships/hyperlink" Target="https://di-mgt.com.au/rsa_alg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curew2.com/blog/what-is-rsa-asymmetric-encryption" TargetMode="External"/><Relationship Id="rId5" Type="http://schemas.openxmlformats.org/officeDocument/2006/relationships/hyperlink" Target="https://community.rsa.com/s/article/RSA-cryptography-and-NIST-guidance" TargetMode="External"/><Relationship Id="rId4" Type="http://schemas.openxmlformats.org/officeDocument/2006/relationships/hyperlink" Target="https://www.rsa.com/resources/blog/zero-trust/setting-the-record-straight-on-quantum-computing-and-rsa-encryp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CC888-7B1F-535D-1977-91D574833A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RSA Encryption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C6A625-8907-DD93-E5F7-E41E9D22D9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5202238"/>
            <a:ext cx="3124200" cy="1655762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Project by: </a:t>
            </a:r>
          </a:p>
          <a:p>
            <a:r>
              <a:rPr lang="en-US" dirty="0"/>
              <a:t>Adrian Stanciu</a:t>
            </a:r>
          </a:p>
          <a:p>
            <a:r>
              <a:rPr lang="en-US" dirty="0"/>
              <a:t>Muffin Aybar</a:t>
            </a:r>
          </a:p>
          <a:p>
            <a:r>
              <a:rPr lang="en-US" dirty="0"/>
              <a:t>Summer Chang</a:t>
            </a:r>
          </a:p>
          <a:p>
            <a:r>
              <a:rPr lang="en-US" dirty="0"/>
              <a:t>Ignacio Morales Hermosilla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02853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285BE-F3B9-1298-31B6-CEF6C45C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872" y="355263"/>
            <a:ext cx="10764253" cy="1325563"/>
          </a:xfrm>
        </p:spPr>
        <p:txBody>
          <a:bodyPr/>
          <a:lstStyle/>
          <a:p>
            <a:r>
              <a:rPr lang="en-US" dirty="0"/>
              <a:t>RSA Encryption – How They’re Made and Used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4EA78E-750E-7D3A-F17F-A75EA818A061}"/>
              </a:ext>
            </a:extLst>
          </p:cNvPr>
          <p:cNvSpPr txBox="1"/>
          <p:nvPr/>
        </p:nvSpPr>
        <p:spPr>
          <a:xfrm>
            <a:off x="2887577" y="1343818"/>
            <a:ext cx="64168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does RSA Encryption Theoretically Work?</a:t>
            </a:r>
            <a:endParaRPr lang="en-CA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AFC411-1AA9-2A5B-3645-00A89F1FFC8B}"/>
              </a:ext>
            </a:extLst>
          </p:cNvPr>
          <p:cNvSpPr txBox="1"/>
          <p:nvPr/>
        </p:nvSpPr>
        <p:spPr>
          <a:xfrm>
            <a:off x="713872" y="2328695"/>
            <a:ext cx="833387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RSA Encryption is an asymmetric encryption algorithm that generates a key pair to encrypt and decrypt data.</a:t>
            </a:r>
          </a:p>
          <a:p>
            <a:endParaRPr lang="en-US" dirty="0"/>
          </a:p>
          <a:p>
            <a:r>
              <a:rPr lang="en-US" dirty="0"/>
              <a:t>Most common form of communication is two-way communication.</a:t>
            </a:r>
          </a:p>
          <a:p>
            <a:endParaRPr lang="en-US" dirty="0"/>
          </a:p>
          <a:p>
            <a:r>
              <a:rPr lang="en-US" dirty="0"/>
              <a:t>We achieve this by: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Make a key pair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Send our recipient the public key while keeping the private key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Recipient uses the public key to encrypt and send their own public kye over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 our own private key to decrypt their public key</a:t>
            </a:r>
          </a:p>
          <a:p>
            <a:endParaRPr lang="en-US" dirty="0"/>
          </a:p>
          <a:p>
            <a:r>
              <a:rPr lang="en-US" dirty="0"/>
              <a:t>This allows two-way secure information by allowing both to send and receive data.</a:t>
            </a:r>
          </a:p>
        </p:txBody>
      </p:sp>
    </p:spTree>
    <p:extLst>
      <p:ext uri="{BB962C8B-B14F-4D97-AF65-F5344CB8AC3E}">
        <p14:creationId xmlns:p14="http://schemas.microsoft.com/office/powerpoint/2010/main" val="2076229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2DC9B-E8AE-B5EA-C8C2-AF4F08CC8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533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RSA Key Generation – Private and Public Keys</a:t>
            </a:r>
            <a:endParaRPr lang="en-CA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930D47-F948-36FB-F4DF-1DA296349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7969" y="3877400"/>
            <a:ext cx="1970314" cy="5583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Private Key</a:t>
            </a:r>
            <a:endParaRPr lang="en-CA" dirty="0"/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3C0E34B8-BBA9-330D-E5B3-58E4AAF89720}"/>
              </a:ext>
            </a:extLst>
          </p:cNvPr>
          <p:cNvSpPr txBox="1">
            <a:spLocks/>
          </p:cNvSpPr>
          <p:nvPr/>
        </p:nvSpPr>
        <p:spPr>
          <a:xfrm>
            <a:off x="1633717" y="3877400"/>
            <a:ext cx="1970314" cy="5583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Public Key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6C328A-3790-3AE6-7916-2296B0BEC570}"/>
              </a:ext>
            </a:extLst>
          </p:cNvPr>
          <p:cNvSpPr txBox="1"/>
          <p:nvPr/>
        </p:nvSpPr>
        <p:spPr>
          <a:xfrm>
            <a:off x="8197516" y="4738549"/>
            <a:ext cx="31562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>
              <a:buFont typeface="Arial" panose="020B0604020202020204" pitchFamily="34" charset="0"/>
              <a:buChar char="•"/>
            </a:pPr>
            <a:r>
              <a:rPr lang="en-US" dirty="0"/>
              <a:t>Private exponent “d”</a:t>
            </a:r>
          </a:p>
          <a:p>
            <a:pPr marL="285750" indent="-285750" algn="r">
              <a:buFont typeface="Arial" panose="020B0604020202020204" pitchFamily="34" charset="0"/>
              <a:buChar char="•"/>
            </a:pPr>
            <a:r>
              <a:rPr lang="en-US" dirty="0"/>
              <a:t>Private key is d and n (d, n)</a:t>
            </a:r>
            <a:endParaRPr lang="en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B6D46D-1D43-1A12-BBB9-C8F74821BA66}"/>
              </a:ext>
            </a:extLst>
          </p:cNvPr>
          <p:cNvSpPr txBox="1"/>
          <p:nvPr/>
        </p:nvSpPr>
        <p:spPr>
          <a:xfrm>
            <a:off x="838200" y="4738549"/>
            <a:ext cx="356134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generated using “Euler’s Totient Function”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Public exponent e is s</a:t>
            </a:r>
            <a:r>
              <a:rPr lang="en-US" dirty="0"/>
              <a:t>elected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Exponent generally is 65537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Now you can make public key using e and n (e, n)</a:t>
            </a:r>
            <a:endParaRPr 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10CDEB-2192-EFA0-8858-E08031182908}"/>
              </a:ext>
            </a:extLst>
          </p:cNvPr>
          <p:cNvSpPr txBox="1"/>
          <p:nvPr/>
        </p:nvSpPr>
        <p:spPr>
          <a:xfrm>
            <a:off x="556030" y="1519286"/>
            <a:ext cx="1079776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To start off, you need to take two very large random prime numbers.</a:t>
            </a:r>
          </a:p>
          <a:p>
            <a:pPr algn="ctr"/>
            <a:endParaRPr lang="en-US" sz="1800" dirty="0"/>
          </a:p>
          <a:p>
            <a:pPr algn="ctr"/>
            <a:r>
              <a:rPr lang="en-US" dirty="0"/>
              <a:t>This is done in UNIX systems by converting the output of /dev/urandom into a hexadecimal.</a:t>
            </a:r>
          </a:p>
          <a:p>
            <a:pPr algn="ctr"/>
            <a:endParaRPr lang="en-US" sz="1800" dirty="0"/>
          </a:p>
          <a:p>
            <a:pPr algn="ctr"/>
            <a:r>
              <a:rPr lang="en-US" dirty="0"/>
              <a:t>How big the number depends on how many bits are received from urandom.</a:t>
            </a:r>
          </a:p>
          <a:p>
            <a:pPr algn="ctr"/>
            <a:endParaRPr lang="en-US" sz="1800" dirty="0"/>
          </a:p>
          <a:p>
            <a:pPr algn="ctr"/>
            <a:r>
              <a:rPr lang="en-US" dirty="0"/>
              <a:t>Typical length is 2028 bits.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148589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447EA-E251-E285-B2E1-EC9B1CA6D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631905" cy="1325563"/>
          </a:xfrm>
        </p:spPr>
        <p:txBody>
          <a:bodyPr/>
          <a:lstStyle/>
          <a:p>
            <a:r>
              <a:rPr lang="en-US" dirty="0"/>
              <a:t>RSA Encryption – Practicality in the Real World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9B3DE-3645-72DC-47F2-D10FB4A4B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8344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Certificates:</a:t>
            </a:r>
          </a:p>
          <a:p>
            <a:r>
              <a:rPr lang="en-US" sz="1800" dirty="0"/>
              <a:t>Were come up by engineers</a:t>
            </a:r>
          </a:p>
          <a:p>
            <a:r>
              <a:rPr lang="en-US" sz="1800" dirty="0"/>
              <a:t>Made to counter attackers intercepting public keys and sending/reading data without being a part of the connection</a:t>
            </a:r>
          </a:p>
          <a:p>
            <a:r>
              <a:rPr lang="en-CA" sz="1800" dirty="0"/>
              <a:t>Are digitally signed by a trusted Certificate Authority</a:t>
            </a:r>
          </a:p>
          <a:p>
            <a:r>
              <a:rPr lang="en-CA" sz="1800" dirty="0"/>
              <a:t>Allows the client to verify that the public key actually belongs to the server</a:t>
            </a:r>
          </a:p>
          <a:p>
            <a:r>
              <a:rPr lang="en-CA" sz="1800" dirty="0"/>
              <a:t>Is a binding of the public key to a domain, website, SSH connection or more</a:t>
            </a:r>
          </a:p>
        </p:txBody>
      </p:sp>
    </p:spTree>
    <p:extLst>
      <p:ext uri="{BB962C8B-B14F-4D97-AF65-F5344CB8AC3E}">
        <p14:creationId xmlns:p14="http://schemas.microsoft.com/office/powerpoint/2010/main" val="1782964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3C6BF-7965-5B93-D920-AF2129766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How It’s Most Commonly Used (SSH)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E5918-2190-7AD5-A97F-59D923C7E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Asymmetric encryption algorithms can be used anytime a client wants</a:t>
            </a:r>
            <a:r>
              <a:rPr lang="en-CA" sz="1800" dirty="0"/>
              <a:t> to send or receive data</a:t>
            </a:r>
          </a:p>
          <a:p>
            <a:r>
              <a:rPr lang="en-CA" sz="1800" dirty="0"/>
              <a:t>RSA is safer than https over public networks</a:t>
            </a:r>
          </a:p>
          <a:p>
            <a:r>
              <a:rPr lang="en-CA" sz="1800" dirty="0"/>
              <a:t>RSA uses a keypair</a:t>
            </a:r>
          </a:p>
          <a:p>
            <a:r>
              <a:rPr lang="en-CA" sz="1800" dirty="0"/>
              <a:t>You cannot derive public from private keys</a:t>
            </a:r>
          </a:p>
          <a:p>
            <a:r>
              <a:rPr lang="en-CA" sz="1800" dirty="0"/>
              <a:t>RSA over open networks are </a:t>
            </a:r>
            <a:r>
              <a:rPr lang="en-CA" sz="1800"/>
              <a:t>very secure</a:t>
            </a:r>
          </a:p>
          <a:p>
            <a:pPr marL="0" indent="0">
              <a:buNone/>
            </a:pPr>
            <a:endParaRPr lang="en-CA" sz="1800" dirty="0"/>
          </a:p>
          <a:p>
            <a:pPr marL="0" indent="0">
              <a:buNone/>
            </a:pPr>
            <a:r>
              <a:rPr lang="en-CA" sz="1800" dirty="0"/>
              <a:t>Another specific use is OpenSSH's ssh program. It connects to a virtual terminal.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763179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904C-697F-FF13-FE3D-5A4EFC7CE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RSA Encryption – The Future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601D6-96D9-E026-9EDA-558E0D263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442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RSA encryption is still wildly used across the internet.</a:t>
            </a:r>
          </a:p>
          <a:p>
            <a:pPr marL="0" indent="0">
              <a:buNone/>
            </a:pPr>
            <a:r>
              <a:rPr lang="en-US" sz="1800" dirty="0"/>
              <a:t>Specially in TLS/SSL, and SSH certificates.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They:</a:t>
            </a:r>
          </a:p>
          <a:p>
            <a:r>
              <a:rPr lang="en-CA" sz="1800" dirty="0"/>
              <a:t>Offer secure connection between client and server</a:t>
            </a:r>
          </a:p>
          <a:p>
            <a:r>
              <a:rPr lang="en-CA" sz="1800" dirty="0"/>
              <a:t>Still considered secure by today’s standards</a:t>
            </a:r>
          </a:p>
          <a:p>
            <a:pPr marL="0" indent="0">
              <a:buNone/>
            </a:pPr>
            <a:endParaRPr lang="en-CA" sz="1800" dirty="0"/>
          </a:p>
          <a:p>
            <a:pPr marL="0" indent="0">
              <a:buNone/>
            </a:pPr>
            <a:r>
              <a:rPr lang="en-CA" sz="1800" dirty="0"/>
              <a:t>The National Institute of Standards and Technology  is preparing to switch from RSA encryption by 2030.</a:t>
            </a:r>
          </a:p>
          <a:p>
            <a:pPr marL="0" indent="0">
              <a:buNone/>
            </a:pPr>
            <a:r>
              <a:rPr lang="en-CA" sz="1800" dirty="0"/>
              <a:t>The main concern is quantum computers cracking RSA’s algorithm easily.</a:t>
            </a:r>
          </a:p>
          <a:p>
            <a:pPr marL="0" indent="0">
              <a:buNone/>
            </a:pPr>
            <a:endParaRPr lang="en-CA" sz="1800" dirty="0"/>
          </a:p>
          <a:p>
            <a:pPr marL="0" indent="0">
              <a:buNone/>
            </a:pPr>
            <a:r>
              <a:rPr lang="en-CA" sz="1800" dirty="0"/>
              <a:t>Companies are already switching towards post-quantum cryptography to stay ahead of bad actors.</a:t>
            </a:r>
          </a:p>
        </p:txBody>
      </p:sp>
    </p:spTree>
    <p:extLst>
      <p:ext uri="{BB962C8B-B14F-4D97-AF65-F5344CB8AC3E}">
        <p14:creationId xmlns:p14="http://schemas.microsoft.com/office/powerpoint/2010/main" val="1646166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80BCF-F69F-DEB8-3560-30EEB050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Closing Off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E504A-456C-93C6-4778-77291154A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192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This presentation:</a:t>
            </a:r>
          </a:p>
          <a:p>
            <a:r>
              <a:rPr lang="en-US" sz="1800" dirty="0"/>
              <a:t>Was a quick run through of RSA encryption including: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CA" sz="1800" dirty="0"/>
              <a:t>How they are made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CA" sz="1800" dirty="0"/>
              <a:t>How they are used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CA" sz="1800" dirty="0"/>
              <a:t>How it theoretically works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CA" sz="1800" dirty="0"/>
              <a:t>RSA key generation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CA" sz="1800" dirty="0"/>
              <a:t>Differences between public and private keys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CA" sz="1800" dirty="0"/>
              <a:t>Practicality in the real world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CA" sz="1800" dirty="0"/>
              <a:t>Where and how its most commonly used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CA" sz="1800" dirty="0"/>
              <a:t>The future</a:t>
            </a:r>
          </a:p>
          <a:p>
            <a:pPr marL="457200" lvl="1" indent="0">
              <a:buNone/>
            </a:pPr>
            <a:endParaRPr lang="en-CA" sz="1800" dirty="0"/>
          </a:p>
          <a:p>
            <a:pPr marL="457200" lvl="1" indent="0">
              <a:buNone/>
            </a:pPr>
            <a:r>
              <a:rPr lang="en-CA" sz="1800" dirty="0"/>
              <a:t>Without these algorithms, any information would be easily interceptable for malicious usage no-matter the place.</a:t>
            </a:r>
          </a:p>
        </p:txBody>
      </p:sp>
    </p:spTree>
    <p:extLst>
      <p:ext uri="{BB962C8B-B14F-4D97-AF65-F5344CB8AC3E}">
        <p14:creationId xmlns:p14="http://schemas.microsoft.com/office/powerpoint/2010/main" val="391606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5D382-F2F7-A390-13DE-28D51237E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Bibliography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0ACEEC-088E-17D8-51EE-35DB1B1CAF81}"/>
              </a:ext>
            </a:extLst>
          </p:cNvPr>
          <p:cNvSpPr txBox="1"/>
          <p:nvPr/>
        </p:nvSpPr>
        <p:spPr>
          <a:xfrm>
            <a:off x="481263" y="1817183"/>
            <a:ext cx="1138989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457200">
              <a:buFont typeface="Arial" panose="020B0604020202020204" pitchFamily="34" charset="0"/>
              <a:buChar char="•"/>
            </a:pPr>
            <a:r>
              <a:rPr lang="en-CA" dirty="0"/>
              <a:t>David Ireland, DI Management Services Pty Limited, Australia, www.di-mgt.com.au. (n.d.). </a:t>
            </a:r>
            <a:r>
              <a:rPr lang="en-CA" i="1" dirty="0"/>
              <a:t>RSA Algorithm</a:t>
            </a:r>
            <a:r>
              <a:rPr lang="en-CA" dirty="0"/>
              <a:t>. 	Copyright (C) 2002-25 DI Management Services Pty Limited ABN 78 083 210 584 All Rights Reserved. 	</a:t>
            </a:r>
            <a:r>
              <a:rPr lang="en-CA" dirty="0">
                <a:hlinkClick r:id="rId2"/>
              </a:rPr>
              <a:t>https://di-mgt.com.au/rsa_alg.html</a:t>
            </a:r>
            <a:endParaRPr lang="en-CA" sz="18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indent="-457200" rtl="0"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GeeksforGeeks. (2025, July 23). </a:t>
            </a:r>
            <a:r>
              <a:rPr lang="en-CA" sz="1800" b="0" i="1" u="none" strike="noStrike" dirty="0">
                <a:solidFill>
                  <a:schemeClr val="tx1"/>
                </a:solidFill>
                <a:effectLst/>
                <a:latin typeface="+mn-lt"/>
              </a:rPr>
              <a:t>RSA algorithm in cryptography</a:t>
            </a: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. 	GeeksforGeeks.</a:t>
            </a:r>
            <a:r>
              <a:rPr lang="en-CA" sz="1800" b="0" i="0" u="sng" strike="noStrike" dirty="0">
                <a:solidFill>
                  <a:schemeClr val="tx1"/>
                </a:solidFill>
                <a:effectLst/>
                <a:latin typeface="+mn-lt"/>
                <a:hlinkClick r:id="rId3"/>
              </a:rPr>
              <a:t>https://www.geeksforgeeks.org/computer-networks/rsa-algorithm-cryptography/</a:t>
            </a:r>
            <a:endParaRPr lang="en-CA" b="0" dirty="0">
              <a:effectLst/>
            </a:endParaRPr>
          </a:p>
          <a:p>
            <a:pPr indent="-457200" rtl="0"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Lebeaux, B., &amp; Lebeaux, B. (2026, September 17). </a:t>
            </a:r>
            <a:r>
              <a:rPr lang="en-CA" sz="1800" b="0" i="1" u="none" strike="noStrike" dirty="0">
                <a:solidFill>
                  <a:schemeClr val="tx1"/>
                </a:solidFill>
                <a:effectLst/>
                <a:latin typeface="+mn-lt"/>
              </a:rPr>
              <a:t>Setting the record straight on quantum computing and RSA 	encryption</a:t>
            </a: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. RSA.</a:t>
            </a:r>
          </a:p>
          <a:p>
            <a:pPr rtl="0"/>
            <a:r>
              <a:rPr lang="en-CA" dirty="0">
                <a:hlinkClick r:id="rId4"/>
              </a:rPr>
              <a:t>	</a:t>
            </a:r>
            <a:r>
              <a:rPr lang="en-CA" sz="1800" b="0" i="0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 https://www.rsa.com/resources/blog/zero-trust/setting-the-record-straight-on-</a:t>
            </a:r>
            <a:r>
              <a:rPr lang="en-CA" sz="1800" b="0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	</a:t>
            </a:r>
            <a:r>
              <a:rPr lang="en-CA" sz="1800" b="0" i="0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quantum-	computing-and-</a:t>
            </a:r>
            <a:r>
              <a:rPr lang="en-CA" sz="1800" b="0" i="0" strike="noStrike" dirty="0" err="1">
                <a:solidFill>
                  <a:schemeClr val="tx1"/>
                </a:solidFill>
                <a:effectLst/>
                <a:latin typeface="+mn-lt"/>
                <a:hlinkClick r:id="rId4"/>
              </a:rPr>
              <a:t>rsa</a:t>
            </a:r>
            <a:r>
              <a:rPr lang="en-CA" sz="1800" b="0" i="0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-encryption/</a:t>
            </a:r>
            <a:endParaRPr lang="en-CA" b="0" dirty="0">
              <a:effectLst/>
            </a:endParaRPr>
          </a:p>
          <a:p>
            <a:pPr indent="-457200" rtl="0">
              <a:buFont typeface="Arial" panose="020B0604020202020204" pitchFamily="34" charset="0"/>
              <a:buChar char="•"/>
            </a:pPr>
            <a:r>
              <a:rPr lang="en-CA" sz="1800" b="0" i="1" u="none" strike="noStrike" dirty="0">
                <a:solidFill>
                  <a:schemeClr val="tx1"/>
                </a:solidFill>
                <a:effectLst/>
                <a:latin typeface="+mn-lt"/>
              </a:rPr>
              <a:t>RSA Community</a:t>
            </a: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. (n.d.).</a:t>
            </a: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5"/>
              </a:rPr>
              <a:t> </a:t>
            </a:r>
            <a:r>
              <a:rPr lang="en-CA" sz="1800" b="0" i="0" u="sng" strike="noStrike" dirty="0">
                <a:solidFill>
                  <a:schemeClr val="tx1"/>
                </a:solidFill>
                <a:effectLst/>
                <a:latin typeface="+mn-lt"/>
                <a:hlinkClick r:id="rId5"/>
              </a:rPr>
              <a:t>https://community.rsa.com/s/article/RSA-cryptography-and-NIST-guidance</a:t>
            </a:r>
            <a:endParaRPr lang="en-CA" b="0" dirty="0">
              <a:effectLst/>
            </a:endParaRPr>
          </a:p>
          <a:p>
            <a:pPr indent="-457200" rtl="0">
              <a:buFont typeface="Arial" panose="020B0604020202020204" pitchFamily="34" charset="0"/>
              <a:buChar char="•"/>
            </a:pP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Tucker, A. (2024, September 30). </a:t>
            </a:r>
            <a:r>
              <a:rPr lang="en-CA" sz="1800" b="0" i="1" u="none" strike="noStrike" dirty="0">
                <a:solidFill>
                  <a:schemeClr val="tx1"/>
                </a:solidFill>
                <a:effectLst/>
                <a:latin typeface="+mn-lt"/>
              </a:rPr>
              <a:t>RSA encryption: How the RSA algorithm works and why it matters</a:t>
            </a: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. SecureW2.</a:t>
            </a: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6"/>
              </a:rPr>
              <a:t> 	</a:t>
            </a:r>
            <a:r>
              <a:rPr lang="en-CA" sz="1800" b="0" i="0" u="sng" strike="noStrike" dirty="0">
                <a:solidFill>
                  <a:schemeClr val="tx1"/>
                </a:solidFill>
                <a:effectLst/>
                <a:latin typeface="+mn-lt"/>
                <a:hlinkClick r:id="rId6"/>
              </a:rPr>
              <a:t>https://securew2.com/blog/what-is-rsa-asymmetric-encryption</a:t>
            </a:r>
            <a:endParaRPr lang="en-CA" b="0" dirty="0">
              <a:effectLst/>
            </a:endParaRPr>
          </a:p>
          <a:p>
            <a:pPr indent="-457200" rtl="0">
              <a:buFont typeface="Arial" panose="020B0604020202020204" pitchFamily="34" charset="0"/>
              <a:buChar char="•"/>
            </a:pPr>
            <a:r>
              <a:rPr lang="en-CA" sz="1800" b="0" i="1" u="none" strike="noStrike" dirty="0">
                <a:solidFill>
                  <a:schemeClr val="tx1"/>
                </a:solidFill>
                <a:effectLst/>
                <a:latin typeface="+mn-lt"/>
              </a:rPr>
              <a:t>Understanding the SSH encryption and connection process</a:t>
            </a: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 | DigitalOcean. (n.d.).</a:t>
            </a:r>
            <a:r>
              <a:rPr lang="en-CA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7"/>
              </a:rPr>
              <a:t> 	</a:t>
            </a:r>
            <a:r>
              <a:rPr lang="en-CA" sz="1800" b="0" i="0" u="sng" strike="noStrike" dirty="0">
                <a:solidFill>
                  <a:schemeClr val="tx1"/>
                </a:solidFill>
                <a:effectLst/>
                <a:latin typeface="+mn-lt"/>
                <a:hlinkClick r:id="rId7"/>
              </a:rPr>
              <a:t>https://www.digitalocean.com/community/tutorials/understanding-the-ssh-encryption-and-connection-	process</a:t>
            </a:r>
            <a:endParaRPr lang="en-CA" b="0" dirty="0">
              <a:effectLst/>
            </a:endParaRPr>
          </a:p>
          <a:p>
            <a:pPr indent="-457200">
              <a:buNone/>
            </a:pPr>
            <a:br>
              <a:rPr lang="en-CA" b="0" dirty="0">
                <a:effectLst/>
              </a:rPr>
            </a:b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49728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</TotalTime>
  <Words>744</Words>
  <Application>Microsoft Office PowerPoint</Application>
  <PresentationFormat>Widescreen</PresentationFormat>
  <Paragraphs>84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Courier New</vt:lpstr>
      <vt:lpstr>Office Theme</vt:lpstr>
      <vt:lpstr>RSA Encryption</vt:lpstr>
      <vt:lpstr>RSA Encryption – How They’re Made and Used</vt:lpstr>
      <vt:lpstr>RSA Key Generation – Private and Public Keys</vt:lpstr>
      <vt:lpstr>RSA Encryption – Practicality in the Real World</vt:lpstr>
      <vt:lpstr>How It’s Most Commonly Used (SSH)</vt:lpstr>
      <vt:lpstr>RSA Encryption – The Future</vt:lpstr>
      <vt:lpstr>Closing Off</vt:lpstr>
      <vt:lpstr>Bibliography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Ignacio Morales Hermosilla</dc:creator>
  <cp:lastModifiedBy>Ignacio Morales Hermosilla</cp:lastModifiedBy>
  <cp:revision>1</cp:revision>
  <dcterms:created xsi:type="dcterms:W3CDTF">2026-10-09T13:00:56Z</dcterms:created>
  <dcterms:modified xsi:type="dcterms:W3CDTF">2026-10-12T03:26:30Z</dcterms:modified>
</cp:coreProperties>
</file>